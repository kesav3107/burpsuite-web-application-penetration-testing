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A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822960"/>
            <a:ext cx="10789920" cy="5166360"/>
          </a:xfrm>
          <a:prstGeom prst="roundRect">
            <a:avLst/>
          </a:prstGeom>
          <a:solidFill>
            <a:srgbClr val="F0F8FA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91"/>
                </a:solidFill>
              </a:defRPr>
            </a:pPr>
            <a:r>
              <a:rPr>
                <a:solidFill>
                  <a:srgbClr val="0096A0"/>
                </a:solidFill>
              </a:rPr>
              <a:t>WEB APPLICATION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0C2B3E"/>
                </a:solidFill>
                <a:latin typeface="Aptos Display"/>
              </a:defRPr>
            </a:pPr>
            <a:r>
              <a:rPr>
                <a:solidFill>
                  <a:srgbClr val="092337"/>
                </a:solidFill>
              </a:rPr>
              <a:t>Burp Suite Web- Application</a:t>
            </a:r>
            <a:br/>
            <a:r>
              <a:rPr>
                <a:solidFill>
                  <a:srgbClr val="092337"/>
                </a:solidFill>
              </a:rPr>
              <a:t>Penetration Testing Tool</a:t>
            </a:r>
          </a:p>
          <a:p>
            <a:pPr>
              <a:spcBef>
                <a:spcPts val="1200"/>
              </a:spcBef>
              <a:defRPr sz="1700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092337"/>
                </a:solidFill>
              </a:rPr>
              <a:t>Professional Web Application Security Testing &amp; OWASP Juice Shop Case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4251960"/>
            <a:ext cx="14173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325112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C2B3E"/>
                </a:solidFill>
              </a:defRPr>
            </a:pPr>
            <a:r>
              <a:t>Burp Proxy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4328" y="4251960"/>
            <a:ext cx="14173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0048" y="4325112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C2B3E"/>
                </a:solidFill>
              </a:defRPr>
            </a:pPr>
            <a:r>
              <a:t>Repeater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7096" y="4251960"/>
            <a:ext cx="14173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42816" y="4325112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C2B3E"/>
                </a:solidFill>
              </a:defRPr>
            </a:pPr>
            <a:r>
              <a:t>Intruder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9864" y="4251960"/>
            <a:ext cx="14173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5583" y="4325112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C2B3E"/>
                </a:solidFill>
              </a:defRPr>
            </a:pPr>
            <a:r>
              <a:t>Firefox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42631" y="4251960"/>
            <a:ext cx="14173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88352" y="4325112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C2B3E"/>
                </a:solidFill>
              </a:defRPr>
            </a:pPr>
            <a:r>
              <a:t>Docker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4251960"/>
            <a:ext cx="14173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4325112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C2B3E"/>
                </a:solidFill>
              </a:defRPr>
            </a:pPr>
            <a:r>
              <a:rPr>
                <a:solidFill>
                  <a:srgbClr val="566770"/>
                </a:solidFill>
              </a:rPr>
              <a:t>OWASP Juice 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07492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86971"/>
                </a:solidFill>
              </a:defRPr>
            </a:pPr>
            <a:r>
              <a:t>Authorized security-testing laboratory • Evidence-driven methodology • Manual + controlled automated testing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0096A0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092337"/>
                </a:solidFill>
              </a:rPr>
              <a:t>Burp Suite Web- Application Penetration Testing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0096A0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822960"/>
            <a:ext cx="118872" cy="51663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15400" y="502920"/>
            <a:ext cx="2514600" cy="438912"/>
          </a:xfrm>
          <a:prstGeom prst="round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88552" y="585216"/>
            <a:ext cx="23591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WEB APPLICATION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D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Presentation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0096A0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43000"/>
            <a:ext cx="5303520" cy="4892040"/>
          </a:xfrm>
          <a:prstGeom prst="roundRect">
            <a:avLst/>
          </a:prstGeom>
          <a:solidFill>
            <a:srgbClr val="F6F3FC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307592"/>
            <a:ext cx="490118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B3E"/>
                </a:solidFill>
                <a:latin typeface="Aptos Display"/>
              </a:defRPr>
            </a:pPr>
            <a:r>
              <a:t>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764792"/>
            <a:ext cx="4901183" cy="4114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 dirty="0">
                <a:solidFill>
                  <a:srgbClr val="26323A"/>
                </a:solidFill>
                <a:latin typeface="Aptos"/>
              </a:rPr>
              <a:t>• Burp Suite introduction and importance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 dirty="0">
                <a:solidFill>
                  <a:srgbClr val="26323A"/>
                </a:solidFill>
                <a:latin typeface="Aptos"/>
              </a:rPr>
              <a:t>• Project objectives and methodology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 dirty="0">
                <a:solidFill>
                  <a:srgbClr val="26323A"/>
                </a:solidFill>
                <a:latin typeface="Aptos"/>
              </a:rPr>
              <a:t>• Architecture and complete workflow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 dirty="0">
                <a:solidFill>
                  <a:srgbClr val="26323A"/>
                </a:solidFill>
                <a:latin typeface="Aptos"/>
              </a:rPr>
              <a:t>• Proxy interception and HTTP analysis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 dirty="0">
                <a:solidFill>
                  <a:srgbClr val="26323A"/>
                </a:solidFill>
                <a:latin typeface="Aptos"/>
              </a:rPr>
              <a:t>• Repeater manual request validation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 dirty="0">
                <a:solidFill>
                  <a:srgbClr val="26323A"/>
                </a:solidFill>
                <a:latin typeface="Aptos"/>
              </a:rPr>
              <a:t>• Intruder controlled automation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43000"/>
            <a:ext cx="5303520" cy="4892040"/>
          </a:xfrm>
          <a:prstGeom prst="roundRect">
            <a:avLst/>
          </a:prstGeom>
          <a:solidFill>
            <a:srgbClr val="F1F6FD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307592"/>
            <a:ext cx="490118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B3E"/>
                </a:solidFill>
                <a:latin typeface="Aptos Display"/>
              </a:defRPr>
            </a:pPr>
            <a:r>
              <a:t>Application Security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764792"/>
            <a:ext cx="4901183" cy="4114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Authentication and token security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API security and object authorization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IDOR / BOLA validation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XSS, CSRF and session management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OWASP Juice Shop project case study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0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Evidence, remediation, results and conclusion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solidFill>
              <a:srgbClr val="2E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1. Introduction to Burp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2E67B0"/>
                </a:solidFill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6F3FC"/>
          </a:solidFill>
          <a:ln>
            <a:solidFill>
              <a:srgbClr val="2E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Burp Suite is a professional web-application security testing platform developed by PortSwigger and designed around HTTP/HTTPS traffic analysis.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It operates between the client and server, allowing an authorized tester to intercept, inspect, modify, forward, replay, and compare application requests and responses.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The tool is useful for web applications, REST APIs, authentication flows, session management, access control, input validation, and business-logic testing.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Burp combines manual testing tools with optional automation so that suspicious behavior can be discovered quickly and then validated precisely.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In this project, Burp Suite is used with Firefox and the intentionally vulnerable OWASP Juice Shop application running locally through Docker.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Core principle: establish normal behavior first, make one controlled change, compare the response, validate the security impact, and document the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01  FOUNDATIONS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9F5"/>
          </a:solidFill>
          <a:ln>
            <a:solidFill>
              <a:srgbClr val="69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2. Objectives of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6952AA"/>
                </a:solidFill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1F9F5"/>
          </a:solidFill>
          <a:ln>
            <a:solidFill>
              <a:srgbClr val="69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Understand the role of an HTTP interception proxy in web-application penetration testing.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Learn how to configure a browser and route application traffic through Burp Suite.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Capture and analyze authentication, API, session, and state-changing requests.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Use Proxy and HTTP history for visibility, Repeater for manual validation, and Intruder for controlled repeated testing.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Study authentication failures, token-based sessions, API authorization, object identifiers, input handling, XSS-oriented testing, and CSRF/session-security considerations.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Build evidence-based findings rather than assuming that a suspicious request or unusual response automatically represents a confirmed vulnerability.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Produce a professional security report containing methodology, evidence, impact, remediation, and retesting guidance.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02  OBJECTIVES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A"/>
          </a:solidFill>
          <a:ln>
            <a:solidFill>
              <a:srgbClr val="F28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3. Web Application Penetration Testing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F28B3A"/>
                </a:solidFill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0F8FA"/>
          </a:solidFill>
          <a:ln>
            <a:solidFill>
              <a:srgbClr val="F28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Scope &amp; authorization: define the target, allowed techniques, test accounts, time window, data rules, and stopping conditions before testing.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Reconnaissance: map pages, roles, endpoints, parameters, HTTP methods, technologies, and normal user workflows.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Traffic interception: capture browser requests and identify security-sensitive operations such as login, profile, basket, and administrative actions.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Manual testing: send selected requests to Repeater and change one parameter, header, identifier, method, or body field at a time.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Controlled automation: use Intruder only where repeated payload testing provides value and where rate limits and authorization boundaries are respected.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Validation: compare status codes, response bodies, headers, response size, timing, and application state; then verify the suspected issue with a reproducible test.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Reporting and retesting: document evidence, risk, remediation, and repeat the original test after the fix.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03  METHODOLOGY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D"/>
          </a:solidFill>
          <a:ln>
            <a:solidFill>
              <a:srgbClr val="369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4. Burp Suite Architecture and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369A6F"/>
                </a:solidFill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1F6FD"/>
          </a:solidFill>
          <a:ln>
            <a:solidFill>
              <a:srgbClr val="369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Browser/client generates normal requests as the tester interacts with the application.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Proxy listener receives the browser traffic and provides interception, inspection, forwarding, and request modification.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HTTP history stores captured requests and responses, making it possible to return to an earlier transaction without repeating the browser action.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Target and site map help organize discovered endpoints and keep testing focused on the approved application scope.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Repeater provides precise manual replay of a request, while Intruder automates a selected request against a controlled payload set.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Optional Scanner and extensions can expand discovery or testing capabilities, but automated results still require manual verification.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Overall workflow: Browser → Burp Proxy → Target Application → Response → Burp Analysis → Validation →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04 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solidFill>
              <a:srgbClr val="2D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5. Proxy: Intercepting HTTP/HTTPS Traffic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2DBECD"/>
                </a:solidFill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6F3FC"/>
          </a:solidFill>
          <a:ln>
            <a:solidFill>
              <a:srgbClr val="2D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Configure Firefox to use Burp's local proxy listener, commonly 127.0.0.1:8080.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Turn Intercept on when a request must be paused before it reaches the server; turn it off for normal browsing while retaining history.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Inspect HTTP method, URL path, query string, headers, cookies, content type, authorization data, and request body.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Forward the original request unchanged first so that the baseline response and normal application behavior are known.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Use HTTP history to locate important requests such as login, basket, profile, search, and API calls.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Keep the target scope limited to the authorized Juice Shop instance so unrelated browser traffic is not accidentally tested.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After the assessment, restore Firefox's normal proxy settings and close the local testing session.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05  PROXY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9F5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6. Repeater: Precision Manual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0096A0"/>
                </a:solidFill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1F9F5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Repeater is used when a tester wants complete control over a request and needs to repeat it several times.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Send a selected request from Proxy or HTTP history to a Repeater tab and preserve the original as the baseline.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Change only one variable per experiment: JSON value, query parameter, object ID, HTTP method, header, cookie, or authorization context.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Compare HTTP status, response body, response length, headers, cookies, timing, and visible application behavior.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Use Repeater to validate an interesting Intruder result and to distinguish a genuine application behavior from a false positive.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Save useful requests as evidence and record the exact modification that caused the observed difference.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Repeater is especially valuable for authentication, access control, API, input-validation, and business-logic investigations.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06  REPEATER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A"/>
          </a:solidFill>
          <a:ln>
            <a:solidFill>
              <a:srgbClr val="2E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7. Intruder: Controlled Automated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2E67B0"/>
                </a:solidFill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0F8FA"/>
          </a:solidFill>
          <a:ln>
            <a:solidFill>
              <a:srgbClr val="2E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Intruder repeats a selected request while substituting payloads into marked positions, making it useful for controlled parameter testing.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Choose only the required payload position; unnecessary positions increase noise and can change the request in unintended ways.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Use a small payload set for a training environment and respect authorization, rate limits, lockout controls, and monitoring requirements.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Compare status codes, response length, response content, headers, and other meaningful indicators to identify outliers.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An outlier is an investigation lead, not proof. Send the interesting request to Repeater and verify the behavior manually.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Typical authorized uses include authentication response comparison, input validation, parameter discovery, and controlled boundary testing.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Document the payload set, marked position, result difference, validation request, and final conclusion.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07  INTRUDER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D"/>
          </a:solidFill>
          <a:ln>
            <a:solidFill>
              <a:srgbClr val="F28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8. Authentication Security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F28B3A"/>
                </a:solidFill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1F6FD"/>
          </a:solidFill>
          <a:ln>
            <a:solidFill>
              <a:srgbClr val="F28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Capture the login request and identify endpoint, HTTP method, Content-Type, username/email field, password field, and response behavior.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Create a negative baseline with invalid credentials; record the expected status and error response.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Perform controlled input variations and compare them with the baseline to identify unexpected authentication behavior.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Check whether errors consistently reject invalid credentials or reveal account existence through different messages or response patterns.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Assess rate limiting, account lockout, CAPTCHA or equivalent controls, secure password handling, and monitoring where permitted.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After successful authentication, identify how the application establishes the session and how protected API requests carry the authenticated context.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Never include real passwords, private credentials, or active session tokens in project screenshots or the final 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08  AUTHENTICATION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solidFill>
              <a:srgbClr val="69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9. Authentication Tokens and Session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6952AA"/>
                </a:solidFill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6F3FC"/>
          </a:solidFill>
          <a:ln>
            <a:solidFill>
              <a:srgbClr val="69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Modern APIs may use a session cookie or a bearer token such as Authorization: Bearer &lt;token&gt; for authenticated requests.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The server must validate the credential on every protected operation and must not rely on a token's presence alone to grant object access.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Token validation should include signature/integrity checks and appropriate expiration and privilege-related claims for the chosen architecture.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Tokens should be protected during transport and should not be exposed in URLs, source repositories, application logs, screenshots, or public reports.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Session testing should consider login, logout, expiration, renewal, invalidation, concurrent sessions, and session fixation where applicable.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Cookie-based sessions should use appropriate Secure, HttpOnly, and SameSite protections based on the application's design.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Authentication establishes identity; authorization determines the resources and actions that identity is permitted to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09  SESSIONS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9F5"/>
          </a:solidFill>
          <a:ln>
            <a:solidFill>
              <a:srgbClr val="369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10. API Security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369A6F"/>
                </a:solidFill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1F9F5"/>
          </a:solidFill>
          <a:ln>
            <a:solidFill>
              <a:srgbClr val="369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APIs are often the real enforcement point for modern web applications, so testing must go beyond the visible browser interface.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Identify GET, POST, PUT, PATCH, and DELETE operations and determine which are authenticated and which modify application state.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Review path parameters, query parameters, JSON fields, headers, object identifiers, and response data for validation and authorization requirements.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Repeat requests with controlled changes and verify that the server—not the frontend—enforces permissions and business rules.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Check for excessive data exposure, predictable identifiers, insecure direct object references, mass-assignment-style field acceptance, and weak validation.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Test both positive and negative cases using controlled accounts, especially where access to another user's resource is being evaluated.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Document endpoint, method, authentication context, original request, modified request, response, impact, and remediation.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10  API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A"/>
          </a:solidFill>
          <a:ln>
            <a:solidFill>
              <a:srgbClr val="2D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11. Object-Level Authorization / 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2DBECD"/>
                </a:solidFill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0F8FA"/>
          </a:solidFill>
          <a:ln>
            <a:solidFill>
              <a:srgbClr val="2D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Object-level authorization, also called Broken Object Level Authorization (BOLA), occurs when a user can access or modify a resource without the required permission.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 controlled test can change a resource identifier in an API request, such as a basket, order, profile, document, or record ID.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To confirm a vulnerability, the tester must establish that the changed resource belongs to a different controlled account and that access is unauthorized.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Read and write operations should be tested separately because modification of another user's data can have greater impact.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Predictable IDs alone are not a vulnerability; the security issue is the missing server-side authorization decision.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Remediation requires a server-side ownership or permission check for every object operation, independent of UI controls.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After remediation, repeat the same request with the cross-account identifier and verify that the server rejects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11  AUTHORIZATION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D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12. Input Validation and XSS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0096A0"/>
                </a:solidFill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1F6FD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Cross-Site Scripting occurs when attacker-controlled input reaches a browser execution context without correct contextual output encoding or safe handling.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Burp can help identify the request carrying the input and modify it for controlled validation.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Seeing a test string reflected in the response does not automatically prove XSS; the tester must determine the output context and whether script execution is actually possible.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Reflected, stored, and DOM-based XSS have different data flows and require different validation approaches.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Primary defenses are contextual output encoding, safe templating, safe DOM APIs, appropriate input validation, and Content Security Policy as defense in depth.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Use harmless proof-of-concept input in an authorized training environment and avoid destructive payloads.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Document source input, reflection context, execution result if any, affected feature, impact, and remediation.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12  XSS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solidFill>
              <a:srgbClr val="2E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13. CSRF and Session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2E67B0"/>
                </a:solidFill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6F3FC"/>
          </a:solidFill>
          <a:ln>
            <a:solidFill>
              <a:srgbClr val="2E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Cross-Site Request Forgery can occur when a browser automatically attaches authentication credentials to a request triggered from another origin.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Review state-changing operations such as password changes, profile updates, basket updates, and administrative actions.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For cookie-based sessions, consider SameSite cookie settings, anti-CSRF tokens, and Origin/Referer validation where appropriate.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Bearer-token APIs may have a different CSRF threat model because browsers do not automatically attach arbitrary Authorization headers.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Session management should cover secure cookie attributes, expiration, logout, invalidation, renewal, and prevention of session fixation.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Security controls must match the actual authentication architecture; a generic checklist is not a substitute for observing the real request flow.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Burp Repeater is useful for studying how a request behaves when authentication context or anti-CSRF values are changed.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13  CSRF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9F5"/>
          </a:solidFill>
          <a:ln>
            <a:solidFill>
              <a:srgbClr val="F28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14. OWASP Juice Shop Project 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F28B3A"/>
                </a:solidFill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1F9F5"/>
          </a:solidFill>
          <a:ln>
            <a:solidFill>
              <a:srgbClr val="F28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OWASP Juice Shop is an intentionally vulnerable application built for security education and authorized penetration-testing practice.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In this project, the application is deployed locally through Docker and accessed at localhost:3000 using Firefox.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Firefox traffic is routed through Burp Suite so the tester can capture requests, inspect responses, and reproduce important transactions.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Project activities include login request analysis, failed-authentication baselining, Repeater-based input testing, Intruder response comparison, token/session inspection, basket API analysis, object-level authorization review, and XSS-oriented input testing.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The local laboratory provides realistic web and API behavior without requiring testing against a third-party production service.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5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Every conclusion should be tied to observable evidence and should clearly distinguish an attempted test from a confirmed security finding.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2E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14  CASE STUDY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A"/>
          </a:solidFill>
          <a:ln>
            <a:solidFill>
              <a:srgbClr val="69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15. Evidence Collection and Professional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6952AA"/>
                </a:solidFill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0F8FA"/>
          </a:solidFill>
          <a:ln>
            <a:solidFill>
              <a:srgbClr val="69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For every important test, record: objective, target endpoint, HTTP method, authentication state, original request, modified input, expected result, observed result, and screenshot.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Organize evidence in the same sequence as the methodology so an evaluator can reproduce the investigation.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 professional finding normally contains: title, affected component, description, technical evidence, security impact, severity, remediation, and retest steps.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Use risk ratings consistently and consider impact, exploitability, privileges, attack complexity, and evidence confidence.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Do not publish passwords, live tokens, cookies, private keys, or unrelated personal information.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Good evidence is concise and traceable: it proves what happened without requiring the reviewer to guess why the screenshot matters.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Retesting is essential because a remediation recommendation is only complete when the original security condition has been checked again.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15  REPORTING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D"/>
          </a:solidFill>
          <a:ln>
            <a:solidFill>
              <a:srgbClr val="369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16. Remediation and Defensive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369A6F"/>
                </a:solidFill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1F6FD"/>
          </a:solidFill>
          <a:ln>
            <a:solidFill>
              <a:srgbClr val="369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Injection: use parameterized queries, safe database APIs, strict validation, and least-privilege database accounts.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Authentication: enforce strong credential handling, rate limiting, secure error messages, monitoring, and appropriate account protection.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Authorization: perform server-side object and action checks for every protected API operation.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Session security: use protected transport, secure cookie attributes, controlled token lifetime, logout/invalidation, and careful secret storage.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XSS: use contextual output encoding, safe templating, safe DOM APIs, input validation, and a restrictive Content Security Policy.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API security: minimize response data, validate every field, use allow-lists, and avoid trusting client-controlled identifiers or hidden UI fields.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Monitoring: log meaningful security events and alert on suspicious authentication, authorization, and input-manipulation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695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16  REMEDIATION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solidFill>
              <a:srgbClr val="2D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17. Project Results and 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2DBECD"/>
                </a:solidFill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6F3FC"/>
          </a:solidFill>
          <a:ln>
            <a:solidFill>
              <a:srgbClr val="2D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The project demonstrates how Burp Suite exposes the HTTP layer that is hidden behind a normal browser interface.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The tester learns to establish a baseline before changing requests and to validate unusual responses rather than treating them as automatic vulnerabilities.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Authentication testing demonstrates how login requests, failures, sessions, and tokens should be analyzed as a complete lifecycle.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API testing demonstrates why authentication and authorization must be enforced independently for every resource and action.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Controlled XSS-oriented testing demonstrates the importance of understanding output context rather than relying on the presence of a payload string.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Evidence management converts technical observations into a professional security report that developers and evaluators can reproduce.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The overall outcome is a repeatable methodology that can be transferred to other authorized web-application and API security assessments.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36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17 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9F5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18. Key Takeaways and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0096A0"/>
                </a:solidFill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51560"/>
            <a:ext cx="11018520" cy="5166360"/>
          </a:xfrm>
          <a:prstGeom prst="roundRect">
            <a:avLst/>
          </a:prstGeom>
          <a:solidFill>
            <a:srgbClr val="F1F9F5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10469880" cy="4892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Burp Suite provides a practical bridge between browser behavior and low-level HTTP security analysis.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Proxy gives visibility and interception; Repeater gives precision; Intruder provides controlled repetition; history and target organization support evidence management.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 secure application must validate authentication, authorization, input, session state, and business rules on the server.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API object identifiers must never be treated as proof of ownership, and unusual response differences must always be validated.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Penetration testing is not simply sending attack payloads: it is a disciplined process of scope, observation, controlled testing, evidence, risk assessment, remediation, and retesting.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The OWASP Juice Shop project provides a safe environment to demonstrate these skills and understand how real-world web application security assessments are performed.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450">
                <a:solidFill>
                  <a:srgbClr val="26323A"/>
                </a:solidFill>
                <a:latin typeface="Aptos"/>
              </a:defRPr>
            </a:pPr>
            <a:r>
              <a:rPr sz="1600">
                <a:solidFill>
                  <a:srgbClr val="26323A"/>
                </a:solidFill>
                <a:latin typeface="Aptos"/>
              </a:rPr>
              <a:t>• Final message: test ethically, document accurately, protect sensitive evidence, and always verify remediation.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62472"/>
            <a:ext cx="1234440" cy="292608"/>
          </a:xfrm>
          <a:prstGeom prst="roundRect">
            <a:avLst/>
          </a:prstGeom>
          <a:solidFill>
            <a:srgbClr val="2D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6108192"/>
            <a:ext cx="1179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Aptos"/>
              </a:defRPr>
            </a:pPr>
            <a:r>
              <a:t>18  CONCLUSION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1170432"/>
            <a:ext cx="73152" cy="470916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144768"/>
            <a:ext cx="10835640" cy="228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A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3E"/>
                </a:solidFill>
                <a:latin typeface="Aptos Display"/>
              </a:defRPr>
            </a:pPr>
            <a:r>
              <a:rPr sz="2700" b="1">
                <a:solidFill>
                  <a:srgbClr val="0F263A"/>
                </a:solidFill>
              </a:rPr>
              <a:t>Important Terms for Viva /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96112"/>
            <a:ext cx="11109960" cy="2286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09960" cy="1097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86971"/>
                </a:solidFill>
                <a:latin typeface="Aptos"/>
              </a:defRPr>
            </a:pPr>
            <a:r>
              <a:t>Burp Suite Web- Application Penetration Testing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64808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86971"/>
                </a:solidFill>
                <a:latin typeface="Aptos"/>
              </a:defRPr>
            </a:pPr>
            <a:r>
              <a:rPr>
                <a:solidFill>
                  <a:srgbClr val="0096A0"/>
                </a:solidFill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097280"/>
            <a:ext cx="5303520" cy="4983480"/>
          </a:xfrm>
          <a:prstGeom prst="roundRect">
            <a:avLst/>
          </a:prstGeom>
          <a:solidFill>
            <a:srgbClr val="F6F3FC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261872"/>
            <a:ext cx="490118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B3E"/>
                </a:solidFill>
                <a:latin typeface="Aptos Display"/>
              </a:defRPr>
            </a:pPr>
            <a:r>
              <a:t>Burp Suite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719072"/>
            <a:ext cx="4901183" cy="4206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Proxy — intercept and inspect traffic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HTTP history — captured request/response record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Repeater — manual request replay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Intruder — controlled payload automation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Target / Site map — organize scope and endpoints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Payload — test input inserted into a selected position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Baseline — known normal request/response used for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097280"/>
            <a:ext cx="5303520" cy="4983480"/>
          </a:xfrm>
          <a:prstGeom prst="roundRect">
            <a:avLst/>
          </a:prstGeom>
          <a:solidFill>
            <a:srgbClr val="F1F6FD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261872"/>
            <a:ext cx="490118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B3E"/>
                </a:solidFill>
                <a:latin typeface="Aptos Display"/>
              </a:defRPr>
            </a:pPr>
            <a:r>
              <a:t>Web Security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719072"/>
            <a:ext cx="4901183" cy="4206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Authentication — verifies identity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Authorization — verifies permission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Session — state maintained after authentication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Bearer token — credential sent in Authorization header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IDOR/BOLA — unauthorized object-level access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XSS — attacker-controlled script execution in a browser context</a:t>
            </a:r>
          </a:p>
          <a:p>
            <a:pPr>
              <a:lnSpc>
                <a:spcPct val="108000"/>
              </a:lnSpc>
              <a:spcBef>
                <a:spcPts val="200"/>
              </a:spcBef>
              <a:spcAft>
                <a:spcPts val="1700"/>
              </a:spcAft>
              <a:defRPr sz="1260">
                <a:solidFill>
                  <a:srgbClr val="1F2B31"/>
                </a:solidFill>
                <a:latin typeface="Aptos"/>
              </a:defRPr>
            </a:pPr>
            <a:r>
              <a:rPr sz="1450">
                <a:solidFill>
                  <a:srgbClr val="26323A"/>
                </a:solidFill>
                <a:latin typeface="Aptos"/>
              </a:rPr>
              <a:t>• CSRF — unauthorized state-changing action using ambient credentials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64040" y="228600"/>
            <a:ext cx="2057400" cy="420624"/>
          </a:xfrm>
          <a:prstGeom prst="roundRect">
            <a:avLst/>
          </a:prstGeom>
          <a:solidFill>
            <a:srgbClr val="0F263A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28048" y="310896"/>
            <a:ext cx="1929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ptos"/>
              </a:defRPr>
            </a:pPr>
            <a:r>
              <a:rPr sz="850" b="1">
                <a:solidFill>
                  <a:srgbClr val="FFFFFF"/>
                </a:solidFill>
              </a:rPr>
              <a:t>BURP SUITE  •  WEB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3390</Words>
  <Application>Microsoft Office PowerPoint</Application>
  <PresentationFormat>Widescreen</PresentationFormat>
  <Paragraphs>265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Kesav Gopal</dc:creator>
  <cp:keywords/>
  <dc:description>generated using python-pptx</dc:description>
  <cp:lastModifiedBy>Kesav Gopal</cp:lastModifiedBy>
  <cp:revision>1</cp:revision>
  <dcterms:created xsi:type="dcterms:W3CDTF">2013-01-27T09:14:16Z</dcterms:created>
  <dcterms:modified xsi:type="dcterms:W3CDTF">2026-08-21T11:29:53Z</dcterms:modified>
  <cp:category/>
</cp:coreProperties>
</file>